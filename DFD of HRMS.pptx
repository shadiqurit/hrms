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11"/>
  </p:notesMasterIdLst>
  <p:handoutMasterIdLst>
    <p:handoutMasterId r:id="rId12"/>
  </p:handoutMasterIdLst>
  <p:sldIdLst>
    <p:sldId id="282" r:id="rId5"/>
    <p:sldId id="256" r:id="rId6"/>
    <p:sldId id="307" r:id="rId7"/>
    <p:sldId id="297" r:id="rId8"/>
    <p:sldId id="309" r:id="rId9"/>
    <p:sldId id="296" r:id="rId1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29" autoAdjust="0"/>
    <p:restoredTop sz="94574" autoAdjust="0"/>
  </p:normalViewPr>
  <p:slideViewPr>
    <p:cSldViewPr snapToGrid="0">
      <p:cViewPr varScale="1">
        <p:scale>
          <a:sx n="113" d="100"/>
          <a:sy n="113" d="100"/>
        </p:scale>
        <p:origin x="450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3/18/2025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5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3.jpeg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7912607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pPr algn="ctr"/>
            <a:r>
              <a:rPr lang="en-US" sz="8000" dirty="0">
                <a:latin typeface="Bauhaus 93" panose="04030905020B02020C02" pitchFamily="82" charset="0"/>
              </a:rPr>
              <a:t>SINA</a:t>
            </a:r>
            <a:r>
              <a:rPr lang="en-US" sz="8000" dirty="0"/>
              <a:t> </a:t>
            </a:r>
            <a:r>
              <a:rPr lang="en-US" sz="8000" b="0" dirty="0">
                <a:solidFill>
                  <a:schemeClr val="accent4">
                    <a:lumMod val="75000"/>
                  </a:schemeClr>
                </a:solidFill>
                <a:latin typeface="Bauhaus 93" panose="04030905020B02020C02" pitchFamily="82" charset="0"/>
              </a:rPr>
              <a:t>ERP</a:t>
            </a:r>
            <a:br>
              <a:rPr lang="en-US" sz="7200" dirty="0"/>
            </a:br>
            <a:endParaRPr lang="en-US" b="0" i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61235" y="882714"/>
            <a:ext cx="6844915" cy="66818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3600" b="1" i="1" dirty="0">
                <a:solidFill>
                  <a:schemeClr val="accent1"/>
                </a:solidFill>
                <a:latin typeface="Garamond" panose="02020404030301010803" pitchFamily="18" charset="0"/>
              </a:rPr>
              <a:t>HRMS  </a:t>
            </a:r>
          </a:p>
          <a:p>
            <a:pPr algn="ctr">
              <a:lnSpc>
                <a:spcPts val="1000"/>
              </a:lnSpc>
            </a:pPr>
            <a:endParaRPr lang="en-US" sz="2000" i="1" dirty="0">
              <a:solidFill>
                <a:srgbClr val="FF0000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br>
              <a:rPr lang="en-US" sz="540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THE IBN SINA PHARMACITICALINDUSTY PLC</a:t>
            </a:r>
            <a:endParaRPr lang="en-US" sz="5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933135" y="1586938"/>
            <a:ext cx="510111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5366340"/>
            <a:ext cx="5124443" cy="895564"/>
          </a:xfrm>
        </p:spPr>
        <p:txBody>
          <a:bodyPr/>
          <a:lstStyle/>
          <a:p>
            <a:r>
              <a:rPr lang="en-US" sz="2000" dirty="0"/>
              <a:t>Presented by : </a:t>
            </a:r>
          </a:p>
          <a:p>
            <a:r>
              <a:rPr lang="en-US" sz="3200" b="1" dirty="0"/>
              <a:t>IT Department</a:t>
            </a:r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327915" y="1"/>
            <a:ext cx="5864085" cy="6857999"/>
          </a:xfrm>
        </p:spPr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HD-PanelContent-GrommetsCombined.png">
            <a:extLst>
              <a:ext uri="{FF2B5EF4-FFF2-40B4-BE49-F238E27FC236}">
                <a16:creationId xmlns:a16="http://schemas.microsoft.com/office/drawing/2014/main" id="{654C4F7E-B577-4529-A615-07AE76C3974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826" cy="6856214"/>
          </a:xfrm>
          <a:prstGeom prst="rect">
            <a:avLst/>
          </a:prstGeom>
        </p:spPr>
      </p:pic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F0E56761-CE91-4E0C-94E0-17C9B1F5E1A1}"/>
              </a:ext>
            </a:extLst>
          </p:cNvPr>
          <p:cNvSpPr txBox="1">
            <a:spLocks/>
          </p:cNvSpPr>
          <p:nvPr/>
        </p:nvSpPr>
        <p:spPr>
          <a:xfrm>
            <a:off x="1423686" y="915872"/>
            <a:ext cx="9472912" cy="611986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b="1" kern="1200" spc="-15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dirty="0"/>
              <a:t>HRMS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5CAA7086-50EB-487B-91F2-8E8F2A1BAB36}"/>
              </a:ext>
            </a:extLst>
          </p:cNvPr>
          <p:cNvSpPr txBox="1">
            <a:spLocks/>
          </p:cNvSpPr>
          <p:nvPr/>
        </p:nvSpPr>
        <p:spPr>
          <a:xfrm>
            <a:off x="1226980" y="1665416"/>
            <a:ext cx="10140778" cy="4176583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numCol="2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Recruitment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Employee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Attendance Management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Leave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Shift/Roster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HR Transaction</a:t>
            </a:r>
          </a:p>
          <a:p>
            <a:pPr marL="457200" indent="-457200">
              <a:buFontTx/>
              <a:buChar char="-"/>
            </a:pPr>
            <a:r>
              <a:rPr lang="en-US" sz="3200" dirty="0"/>
              <a:t>Transfer</a:t>
            </a:r>
          </a:p>
          <a:p>
            <a:pPr marL="457200" indent="-457200">
              <a:buFontTx/>
              <a:buChar char="-"/>
            </a:pPr>
            <a:r>
              <a:rPr lang="en-US" sz="3200" dirty="0"/>
              <a:t>Separation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Performance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Training &amp; Development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Compliance &amp; Legal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Final Settlement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Payroll Management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ABDFD92-BF12-415B-B1FB-4FC5B2CA37D0}"/>
              </a:ext>
            </a:extLst>
          </p:cNvPr>
          <p:cNvSpPr txBox="1">
            <a:spLocks/>
          </p:cNvSpPr>
          <p:nvPr/>
        </p:nvSpPr>
        <p:spPr>
          <a:xfrm>
            <a:off x="10353901" y="5969000"/>
            <a:ext cx="542697" cy="2794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57F1E4F-1CFF-5643-939E-217C01CDF56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7351" y="921267"/>
            <a:ext cx="10569146" cy="5232398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/>
          <p:cNvSpPr txBox="1"/>
          <p:nvPr/>
        </p:nvSpPr>
        <p:spPr>
          <a:xfrm>
            <a:off x="947351" y="551935"/>
            <a:ext cx="10635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u="sng" dirty="0"/>
              <a:t>DFD</a:t>
            </a:r>
          </a:p>
        </p:txBody>
      </p:sp>
      <p:pic>
        <p:nvPicPr>
          <p:cNvPr id="5" name="Picture 4" descr="A diagram of a company&#10;&#10;AI-generated content may be incorrect.">
            <a:extLst>
              <a:ext uri="{FF2B5EF4-FFF2-40B4-BE49-F238E27FC236}">
                <a16:creationId xmlns:a16="http://schemas.microsoft.com/office/drawing/2014/main" id="{60FE9567-7438-7855-0E96-B9CA11D5D8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8235" y="389466"/>
            <a:ext cx="11295529" cy="6290734"/>
          </a:xfrm>
          <a:prstGeom prst="rect">
            <a:avLst/>
          </a:prstGeom>
        </p:spPr>
      </p:pic>
      <p:pic>
        <p:nvPicPr>
          <p:cNvPr id="6" name="Picture 5" descr="A diagram of a company&#10;&#10;AI-generated content may be incorrect.">
            <a:extLst>
              <a:ext uri="{FF2B5EF4-FFF2-40B4-BE49-F238E27FC236}">
                <a16:creationId xmlns:a16="http://schemas.microsoft.com/office/drawing/2014/main" id="{7394B3F3-9AC5-8000-7038-8BCB4A00810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8235" y="0"/>
            <a:ext cx="11295529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9495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4</a:t>
            </a:fld>
            <a:endParaRPr lang="en-US" dirty="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455" y="461318"/>
            <a:ext cx="10906897" cy="5895032"/>
          </a:xfrm>
          <a:prstGeom prst="rect">
            <a:avLst/>
          </a:prstGeom>
        </p:spPr>
      </p:pic>
      <p:pic>
        <p:nvPicPr>
          <p:cNvPr id="4" name="Picture 3" descr="A screenshot of a computer&#10;&#10;AI-generated content may be incorrect.">
            <a:extLst>
              <a:ext uri="{FF2B5EF4-FFF2-40B4-BE49-F238E27FC236}">
                <a16:creationId xmlns:a16="http://schemas.microsoft.com/office/drawing/2014/main" id="{6041E23B-7EE8-94FD-52B6-99763465A9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754" y="461318"/>
            <a:ext cx="11480646" cy="6256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0216" y="444843"/>
            <a:ext cx="10857470" cy="58619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636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5105400" cy="6858000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419789" y="3906982"/>
            <a:ext cx="309530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6648" y="4797111"/>
            <a:ext cx="218900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IT Department</a:t>
            </a:r>
          </a:p>
        </p:txBody>
      </p:sp>
      <p:pic>
        <p:nvPicPr>
          <p:cNvPr id="11" name="Graphic 10" descr="Link">
            <a:extLst>
              <a:ext uri="{FF2B5EF4-FFF2-40B4-BE49-F238E27FC236}">
                <a16:creationId xmlns:a16="http://schemas.microsoft.com/office/drawing/2014/main" id="{0718E6E0-05A2-479C-AEA8-1A385EB7347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19789" y="5166951"/>
            <a:ext cx="244786" cy="244786"/>
          </a:xfrm>
          <a:prstGeom prst="rect">
            <a:avLst/>
          </a:prstGeo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04F9D3C-51F3-4BD1-A68B-CAE380619B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69601" y="5166951"/>
            <a:ext cx="3201376" cy="288000"/>
          </a:xfrm>
        </p:spPr>
        <p:txBody>
          <a:bodyPr/>
          <a:lstStyle/>
          <a:p>
            <a:r>
              <a:rPr lang="en-US" dirty="0"/>
              <a:t>www.ibnsinapharma.com</a:t>
            </a:r>
          </a:p>
        </p:txBody>
      </p:sp>
      <p:pic>
        <p:nvPicPr>
          <p:cNvPr id="12" name="Picture Placeholder 11" descr="Green fern" title="Green fern">
            <a:extLst>
              <a:ext uri="{FF2B5EF4-FFF2-40B4-BE49-F238E27FC236}">
                <a16:creationId xmlns:a16="http://schemas.microsoft.com/office/drawing/2014/main" id="{4323005A-5C0E-47CB-A851-80B7F2A01FA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0E111B19-7283-4751-B1F8-E7CC95678A87}">
  <ds:schemaRefs>
    <ds:schemaRef ds:uri="http://schemas.microsoft.com/office/infopath/2007/PartnerControls"/>
    <ds:schemaRef ds:uri="71af3243-3dd4-4a8d-8c0d-dd76da1f02a5"/>
    <ds:schemaRef ds:uri="http://schemas.microsoft.com/office/2006/documentManagement/types"/>
    <ds:schemaRef ds:uri="http://purl.org/dc/elements/1.1/"/>
    <ds:schemaRef ds:uri="http://purl.org/dc/terms/"/>
    <ds:schemaRef ds:uri="http://purl.org/dc/dcmitype/"/>
    <ds:schemaRef ds:uri="http://schemas.microsoft.com/office/2006/metadata/properties"/>
    <ds:schemaRef ds:uri="http://schemas.openxmlformats.org/package/2006/metadata/core-properties"/>
    <ds:schemaRef ds:uri="16c05727-aa75-4e4a-9b5f-8a80a1165891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57</Words>
  <Application>Microsoft Office PowerPoint</Application>
  <PresentationFormat>Widescreen</PresentationFormat>
  <Paragraphs>27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3" baseType="lpstr">
      <vt:lpstr>Arial</vt:lpstr>
      <vt:lpstr>Bauhaus 93</vt:lpstr>
      <vt:lpstr>Calibri</vt:lpstr>
      <vt:lpstr>Corbel</vt:lpstr>
      <vt:lpstr>Garamond</vt:lpstr>
      <vt:lpstr>Times New Roman</vt:lpstr>
      <vt:lpstr>Office Theme</vt:lpstr>
      <vt:lpstr>SINA ERP </vt:lpstr>
      <vt:lpstr>PowerPoint Presentation</vt:lpstr>
      <vt:lpstr>PowerPoint Presentation</vt:lpstr>
      <vt:lpstr>PowerPoint Presentation</vt:lpstr>
      <vt:lpstr>PowerPoint Presentation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2024-10-06T02:28:11Z</dcterms:created>
  <dcterms:modified xsi:type="dcterms:W3CDTF">2025-03-18T07:58:24Z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