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</p:sldMasterIdLst>
  <p:notesMasterIdLst>
    <p:notesMasterId r:id="rId9"/>
  </p:notesMasterIdLst>
  <p:handoutMasterIdLst>
    <p:handoutMasterId r:id="rId10"/>
  </p:handoutMasterIdLst>
  <p:sldIdLst>
    <p:sldId id="282" r:id="rId5"/>
    <p:sldId id="256" r:id="rId6"/>
    <p:sldId id="307" r:id="rId7"/>
    <p:sldId id="296" r:id="rId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029" autoAdjust="0"/>
    <p:restoredTop sz="94574" autoAdjust="0"/>
  </p:normalViewPr>
  <p:slideViewPr>
    <p:cSldViewPr snapToGrid="0">
      <p:cViewPr varScale="1">
        <p:scale>
          <a:sx n="113" d="100"/>
          <a:sy n="113" d="100"/>
        </p:scale>
        <p:origin x="450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viewProps" Target="viewProps.xml"/><Relationship Id="rId2" Type="http://schemas.openxmlformats.org/officeDocument/2006/relationships/customXml" Target="../customXml/item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presProps" Target="presProps.xml"/><Relationship Id="rId5" Type="http://schemas.openxmlformats.org/officeDocument/2006/relationships/slide" Target="slides/slide1.xml"/><Relationship Id="rId10" Type="http://schemas.openxmlformats.org/officeDocument/2006/relationships/handoutMaster" Target="handoutMasters/handoutMaster1.xml"/><Relationship Id="rId4" Type="http://schemas.openxmlformats.org/officeDocument/2006/relationships/slideMaster" Target="slideMasters/slideMaster1.xml"/><Relationship Id="rId9" Type="http://schemas.openxmlformats.org/officeDocument/2006/relationships/notesMaster" Target="notesMasters/notesMaster1.xml"/><Relationship Id="rId14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3/11/2025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3/11/2025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/>
              <a:t>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8.jpeg"/><Relationship Id="rId5" Type="http://schemas.openxmlformats.org/officeDocument/2006/relationships/image" Target="../media/image7.svg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7912607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pPr algn="ctr"/>
            <a:r>
              <a:rPr lang="en-US" sz="8000" dirty="0">
                <a:latin typeface="Bauhaus 93" panose="04030905020B02020C02" pitchFamily="82" charset="0"/>
              </a:rPr>
              <a:t>SINA</a:t>
            </a:r>
            <a:r>
              <a:rPr lang="en-US" sz="8000" dirty="0"/>
              <a:t> </a:t>
            </a:r>
            <a:r>
              <a:rPr lang="en-US" sz="8000" b="0" dirty="0">
                <a:solidFill>
                  <a:schemeClr val="accent4">
                    <a:lumMod val="75000"/>
                  </a:schemeClr>
                </a:solidFill>
                <a:latin typeface="Bauhaus 93" panose="04030905020B02020C02" pitchFamily="82" charset="0"/>
              </a:rPr>
              <a:t>ERP</a:t>
            </a:r>
            <a:br>
              <a:rPr lang="en-US" sz="7200" dirty="0"/>
            </a:br>
            <a:endParaRPr lang="en-US" b="0" i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61235" y="882714"/>
            <a:ext cx="6844915" cy="668182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3600" b="1" i="1" dirty="0">
                <a:solidFill>
                  <a:schemeClr val="accent1"/>
                </a:solidFill>
                <a:latin typeface="Garamond" panose="02020404030301010803" pitchFamily="18" charset="0"/>
              </a:rPr>
              <a:t>HRMS  </a:t>
            </a:r>
          </a:p>
          <a:p>
            <a:pPr algn="ctr">
              <a:lnSpc>
                <a:spcPts val="1000"/>
              </a:lnSpc>
            </a:pPr>
            <a:endParaRPr lang="en-US" sz="2000" i="1" dirty="0">
              <a:solidFill>
                <a:srgbClr val="FF0000"/>
              </a:solidFill>
              <a:latin typeface="Garamond" panose="02020404030301010803" pitchFamily="18" charset="0"/>
            </a:endParaRPr>
          </a:p>
          <a:p>
            <a:pPr algn="ctr">
              <a:lnSpc>
                <a:spcPts val="1000"/>
              </a:lnSpc>
            </a:pPr>
            <a:br>
              <a:rPr lang="en-US" sz="540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THE IBN SINA PHARMACITICALINDUSTY PLC</a:t>
            </a:r>
            <a:endParaRPr lang="en-US" sz="54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933135" y="1586938"/>
            <a:ext cx="510111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5366340"/>
            <a:ext cx="5124443" cy="895564"/>
          </a:xfrm>
        </p:spPr>
        <p:txBody>
          <a:bodyPr/>
          <a:lstStyle/>
          <a:p>
            <a:r>
              <a:rPr lang="en-US" sz="2000" dirty="0"/>
              <a:t>Presented by : </a:t>
            </a:r>
          </a:p>
          <a:p>
            <a:r>
              <a:rPr lang="en-US" sz="3200" b="1" dirty="0"/>
              <a:t>IT Department</a:t>
            </a:r>
          </a:p>
        </p:txBody>
      </p:sp>
      <p:pic>
        <p:nvPicPr>
          <p:cNvPr id="10" name="Picture Placeholder 9" descr="Green fe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327915" y="1"/>
            <a:ext cx="5864085" cy="6857999"/>
          </a:xfrm>
        </p:spPr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HD-PanelContent-GrommetsCombined.png">
            <a:extLst>
              <a:ext uri="{FF2B5EF4-FFF2-40B4-BE49-F238E27FC236}">
                <a16:creationId xmlns:a16="http://schemas.microsoft.com/office/drawing/2014/main" id="{654C4F7E-B577-4529-A615-07AE76C3974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826" cy="6856214"/>
          </a:xfrm>
          <a:prstGeom prst="rect">
            <a:avLst/>
          </a:prstGeom>
        </p:spPr>
      </p:pic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F0E56761-CE91-4E0C-94E0-17C9B1F5E1A1}"/>
              </a:ext>
            </a:extLst>
          </p:cNvPr>
          <p:cNvSpPr txBox="1">
            <a:spLocks/>
          </p:cNvSpPr>
          <p:nvPr/>
        </p:nvSpPr>
        <p:spPr>
          <a:xfrm>
            <a:off x="1423686" y="915872"/>
            <a:ext cx="9472912" cy="611986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b="1" kern="1200" spc="-15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dirty="0"/>
              <a:t>HRMS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5CAA7086-50EB-487B-91F2-8E8F2A1BAB36}"/>
              </a:ext>
            </a:extLst>
          </p:cNvPr>
          <p:cNvSpPr txBox="1">
            <a:spLocks/>
          </p:cNvSpPr>
          <p:nvPr/>
        </p:nvSpPr>
        <p:spPr>
          <a:xfrm>
            <a:off x="1243914" y="1868617"/>
            <a:ext cx="10140778" cy="378254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vert="horz" lIns="91440" tIns="45720" rIns="91440" bIns="45720" numCol="2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Recruitment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Employee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Attendance Management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Leave Management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Payroll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Performance (KPI)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Disciplinary Issues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Transfer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Job Separation (Termination, Retirement , Resign etc.)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dirty="0"/>
              <a:t>Final Settlement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ABDFD92-BF12-415B-B1FB-4FC5B2CA37D0}"/>
              </a:ext>
            </a:extLst>
          </p:cNvPr>
          <p:cNvSpPr txBox="1">
            <a:spLocks/>
          </p:cNvSpPr>
          <p:nvPr/>
        </p:nvSpPr>
        <p:spPr>
          <a:xfrm>
            <a:off x="10353901" y="5969000"/>
            <a:ext cx="542697" cy="2794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57F1E4F-1CFF-5643-939E-217C01CDF56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504588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7351" y="921267"/>
            <a:ext cx="10569146" cy="5232398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/>
          <p:cNvSpPr txBox="1"/>
          <p:nvPr/>
        </p:nvSpPr>
        <p:spPr>
          <a:xfrm>
            <a:off x="947351" y="551935"/>
            <a:ext cx="10635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u="sng" dirty="0"/>
              <a:t>DFD</a:t>
            </a:r>
          </a:p>
        </p:txBody>
      </p:sp>
    </p:spTree>
    <p:extLst>
      <p:ext uri="{BB962C8B-B14F-4D97-AF65-F5344CB8AC3E}">
        <p14:creationId xmlns:p14="http://schemas.microsoft.com/office/powerpoint/2010/main" val="24219495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5105400" cy="6858000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419789" y="3906982"/>
            <a:ext cx="309530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Icon - User">
            <a:extLst>
              <a:ext uri="{FF2B5EF4-FFF2-40B4-BE49-F238E27FC236}">
                <a16:creationId xmlns:a16="http://schemas.microsoft.com/office/drawing/2014/main" id="{111541C4-DB03-4E53-994D-499C7D73C4D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6648" y="4797111"/>
            <a:ext cx="218900" cy="2189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0828E04-9C2A-4859-8050-C2DF67A249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IT Department</a:t>
            </a:r>
          </a:p>
        </p:txBody>
      </p:sp>
      <p:pic>
        <p:nvPicPr>
          <p:cNvPr id="11" name="Graphic 10" descr="Link">
            <a:extLst>
              <a:ext uri="{FF2B5EF4-FFF2-40B4-BE49-F238E27FC236}">
                <a16:creationId xmlns:a16="http://schemas.microsoft.com/office/drawing/2014/main" id="{0718E6E0-05A2-479C-AEA8-1A385EB7347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19789" y="5166951"/>
            <a:ext cx="244786" cy="244786"/>
          </a:xfrm>
          <a:prstGeom prst="rect">
            <a:avLst/>
          </a:prstGeo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204F9D3C-51F3-4BD1-A68B-CAE380619B4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69601" y="5166951"/>
            <a:ext cx="3201376" cy="288000"/>
          </a:xfrm>
        </p:spPr>
        <p:txBody>
          <a:bodyPr/>
          <a:lstStyle/>
          <a:p>
            <a:r>
              <a:rPr lang="en-US" dirty="0"/>
              <a:t>www.ibnsinapharma.com</a:t>
            </a:r>
          </a:p>
        </p:txBody>
      </p:sp>
      <p:pic>
        <p:nvPicPr>
          <p:cNvPr id="12" name="Picture Placeholder 11" descr="Green fern" title="Green fern">
            <a:extLst>
              <a:ext uri="{FF2B5EF4-FFF2-40B4-BE49-F238E27FC236}">
                <a16:creationId xmlns:a16="http://schemas.microsoft.com/office/drawing/2014/main" id="{4323005A-5C0E-47CB-A851-80B7F2A01FA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67B38E9C-53F4-45B7-BB77-8539BB7040F8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0E111B19-7283-4751-B1F8-E7CC95678A87}">
  <ds:schemaRefs>
    <ds:schemaRef ds:uri="http://schemas.microsoft.com/office/infopath/2007/PartnerControls"/>
    <ds:schemaRef ds:uri="71af3243-3dd4-4a8d-8c0d-dd76da1f02a5"/>
    <ds:schemaRef ds:uri="http://schemas.microsoft.com/office/2006/documentManagement/types"/>
    <ds:schemaRef ds:uri="http://purl.org/dc/elements/1.1/"/>
    <ds:schemaRef ds:uri="http://purl.org/dc/terms/"/>
    <ds:schemaRef ds:uri="http://purl.org/dc/dcmitype/"/>
    <ds:schemaRef ds:uri="http://schemas.microsoft.com/office/2006/metadata/properties"/>
    <ds:schemaRef ds:uri="http://schemas.openxmlformats.org/package/2006/metadata/core-properties"/>
    <ds:schemaRef ds:uri="16c05727-aa75-4e4a-9b5f-8a80a1165891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57EFC333-DF66-4191-BB24-0295598A3F7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Organic presentation</Template>
  <TotalTime>0</TotalTime>
  <Words>54</Words>
  <Application>Microsoft Office PowerPoint</Application>
  <PresentationFormat>Widescreen</PresentationFormat>
  <Paragraphs>22</Paragraphs>
  <Slides>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</vt:i4>
      </vt:variant>
    </vt:vector>
  </HeadingPairs>
  <TitlesOfParts>
    <vt:vector size="11" baseType="lpstr">
      <vt:lpstr>Arial</vt:lpstr>
      <vt:lpstr>Bauhaus 93</vt:lpstr>
      <vt:lpstr>Calibri</vt:lpstr>
      <vt:lpstr>Corbel</vt:lpstr>
      <vt:lpstr>Garamond</vt:lpstr>
      <vt:lpstr>Times New Roman</vt:lpstr>
      <vt:lpstr>Office Theme</vt:lpstr>
      <vt:lpstr>SINA ERP </vt:lpstr>
      <vt:lpstr>PowerPoint Presentation</vt:lpstr>
      <vt:lpstr>PowerPoint Presentation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>comp840</cp:lastModifiedBy>
  <cp:revision>2</cp:revision>
  <dcterms:created xsi:type="dcterms:W3CDTF">2024-10-06T02:28:11Z</dcterms:created>
  <dcterms:modified xsi:type="dcterms:W3CDTF">2025-03-11T07:46:03Z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