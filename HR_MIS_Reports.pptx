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HR / Employee Related MIS Reports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for: Management &amp; HR Department</a:t>
            </a:r>
          </a:p>
          <a:p>
            <a:r>
              <a:t>Prepared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 = Management Information System</a:t>
            </a:r>
          </a:p>
          <a:p>
            <a:pPr/>
            <a:r>
              <a:t>HR MIS provides accurate, real-time insights about employees.</a:t>
            </a:r>
          </a:p>
          <a:p>
            <a:pPr/>
            <a:r>
              <a:t>Helps in decision-making, planning, workforce management.</a:t>
            </a:r>
          </a:p>
          <a:p>
            <a:pPr/>
            <a:r>
              <a:t>Ensures efficiency, transparency and compliance in HR processes.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HR MIS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employee database</a:t>
            </a:r>
          </a:p>
          <a:p>
            <a:pPr/>
            <a:r>
              <a:t>Reduces manual work &amp; errors</a:t>
            </a:r>
          </a:p>
          <a:p>
            <a:pPr/>
            <a:r>
              <a:t>Improves HR productivity</a:t>
            </a:r>
          </a:p>
          <a:p>
            <a:pPr/>
            <a:r>
              <a:t>Supports data-driven decisions</a:t>
            </a:r>
          </a:p>
          <a:p>
            <a:pPr/>
            <a:r>
              <a:t>Ensures organizational transparency</a:t>
            </a:r>
          </a:p>
          <a:p>
            <a:pPr/>
            <a:r>
              <a:t>Provides analytical trends &amp; HR KPIs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Categories of HR MIS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Information Reports</a:t>
            </a:r>
          </a:p>
          <a:p>
            <a:pPr/>
            <a:r>
              <a:t>Attendance &amp; Leave Reports</a:t>
            </a:r>
          </a:p>
          <a:p>
            <a:pPr/>
            <a:r>
              <a:t>Payroll &amp; Compensation Reports</a:t>
            </a:r>
          </a:p>
          <a:p>
            <a:pPr/>
            <a:r>
              <a:t>Performance Management Reports</a:t>
            </a:r>
          </a:p>
          <a:p>
            <a:pPr/>
            <a:r>
              <a:t>Recruitment Reports</a:t>
            </a:r>
          </a:p>
          <a:p>
            <a:pPr/>
            <a:r>
              <a:t>Training &amp; Development Reports</a:t>
            </a:r>
          </a:p>
          <a:p>
            <a:pPr/>
            <a:r>
              <a:t>HR Compliance Reports</a:t>
            </a:r>
          </a:p>
          <a:p>
            <a:pPr/>
            <a:r>
              <a:t>Employee Benefits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Information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Master List</a:t>
            </a:r>
          </a:p>
          <a:p>
            <a:pPr/>
            <a:r>
              <a:t>Department-wise Employee List</a:t>
            </a:r>
          </a:p>
          <a:p>
            <a:pPr/>
            <a:r>
              <a:t>New Joiner Report</a:t>
            </a:r>
          </a:p>
          <a:p>
            <a:pPr/>
            <a:r>
              <a:t>Transfer &amp; Promotion History</a:t>
            </a:r>
          </a:p>
          <a:p>
            <a:pPr/>
            <a:r>
              <a:t>Resignation / Separation Report</a:t>
            </a:r>
          </a:p>
          <a:p>
            <a:pPr/>
            <a:r>
              <a:t>Employee Contact &amp; Profile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Attendance &amp; Leave MIS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Daily Attendance Summary</a:t>
            </a:r>
          </a:p>
          <a:p>
            <a:pPr/>
            <a:r>
              <a:t>Monthly Presence/Absence Report</a:t>
            </a:r>
          </a:p>
          <a:p>
            <a:pPr/>
            <a:r>
              <a:t>Late/ Early Leave Reports</a:t>
            </a:r>
          </a:p>
          <a:p>
            <a:pPr/>
            <a:r>
              <a:t>Leave Balance Summary</a:t>
            </a:r>
          </a:p>
          <a:p>
            <a:pPr/>
            <a:r>
              <a:t>Overtime (OT) Report</a:t>
            </a:r>
          </a:p>
          <a:p>
            <a:pPr/>
            <a:r>
              <a:t>Shift-wise Attendance</a:t>
            </a:r>
          </a:p>
          <a:p>
            <a:pPr/>
            <a:r>
              <a:t>Leave Trend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Payroll MIS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Salary Summary</a:t>
            </a:r>
          </a:p>
          <a:p>
            <a:pPr/>
            <a:r>
              <a:t>Allowances &amp; Deductions</a:t>
            </a:r>
          </a:p>
          <a:p>
            <a:pPr/>
            <a:r>
              <a:t>Overtime Payment</a:t>
            </a:r>
          </a:p>
          <a:p>
            <a:pPr/>
            <a:r>
              <a:t>Department-wise Salary Cost</a:t>
            </a:r>
          </a:p>
          <a:p>
            <a:pPr/>
            <a:r>
              <a:t>Tax, PF &amp; Other Statutory Deductions</a:t>
            </a:r>
          </a:p>
          <a:p>
            <a:pPr/>
            <a:r>
              <a:t>Payroll Variance Report</a:t>
            </a:r>
          </a:p>
          <a:p>
            <a:pPr/>
            <a:r>
              <a:t>Salary Arrears &amp; Adjustments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Appraisal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Score Report</a:t>
            </a:r>
          </a:p>
          <a:p>
            <a:pPr/>
            <a:r>
              <a:t>Employee Appraisal Summary</a:t>
            </a:r>
          </a:p>
          <a:p>
            <a:pPr/>
            <a:r>
              <a:t>High &amp; Low Performer Dashboard</a:t>
            </a:r>
          </a:p>
          <a:p>
            <a:pPr/>
            <a:r>
              <a:t>Probation Assessment Report</a:t>
            </a:r>
          </a:p>
          <a:p>
            <a:pPr/>
            <a:r>
              <a:t>Departmental Performance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Recruitment MIS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Vacancy Status Report</a:t>
            </a:r>
          </a:p>
          <a:p>
            <a:pPr/>
            <a:r>
              <a:t>Applicant Tracking Report</a:t>
            </a:r>
          </a:p>
          <a:p>
            <a:pPr/>
            <a:r>
              <a:t>Interview Evaluation Summary</a:t>
            </a:r>
          </a:p>
          <a:p>
            <a:pPr/>
            <a:r>
              <a:t>Selected vs Rejected Candidates</a:t>
            </a:r>
          </a:p>
          <a:p>
            <a:pPr/>
            <a:r>
              <a:t>Recruitment Lead Time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&amp; Development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Training Calendar</a:t>
            </a:r>
          </a:p>
          <a:p>
            <a:pPr/>
            <a:r>
              <a:t>Training Attendance</a:t>
            </a:r>
          </a:p>
          <a:p>
            <a:pPr/>
            <a:r>
              <a:t>Completed Training List</a:t>
            </a:r>
          </a:p>
          <a:p>
            <a:pPr/>
            <a:r>
              <a:t>Employee Skill Matrix</a:t>
            </a:r>
          </a:p>
          <a:p>
            <a:pPr/>
            <a:r>
              <a:t>Training Effectiveness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Compliance &amp; Discipline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Warning / Show Cause Reports</a:t>
            </a:r>
          </a:p>
          <a:p>
            <a:pPr/>
            <a:r>
              <a:t>Disciplinary Action History</a:t>
            </a:r>
          </a:p>
          <a:p>
            <a:pPr/>
            <a:r>
              <a:t>Grievance Handling Summary</a:t>
            </a:r>
          </a:p>
          <a:p>
            <a:pPr/>
            <a:r>
              <a:t>Policy Compliance Status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Benefits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PF / Gratuity Eligibility List</a:t>
            </a:r>
          </a:p>
          <a:p>
            <a:pPr/>
            <a:r>
              <a:t>Medical Benefit Usage</a:t>
            </a:r>
          </a:p>
          <a:p>
            <a:pPr/>
            <a:r>
              <a:t>Insurance Enrollment Report</a:t>
            </a:r>
          </a:p>
          <a:p>
            <a:pPr/>
            <a:r>
              <a:t>HR Loan Summary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MIS Dashboard (APEX/ERP)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KPIs to Display:</a:t>
            </a:r>
          </a:p>
          <a:p>
            <a:pPr/>
            <a:r>
              <a:t>Total Active Employees</a:t>
            </a:r>
          </a:p>
          <a:p>
            <a:pPr/>
            <a:r>
              <a:t>New Joiners vs Resignations</a:t>
            </a:r>
          </a:p>
          <a:p>
            <a:pPr/>
            <a:r>
              <a:t>Department-wise Headcount</a:t>
            </a:r>
          </a:p>
          <a:p>
            <a:pPr/>
            <a:r>
              <a:t>Attendance Overview (P/L/A)</a:t>
            </a:r>
          </a:p>
          <a:p>
            <a:pPr/>
            <a:r>
              <a:t>Monthly Salary Cost Trend</a:t>
            </a:r>
          </a:p>
          <a:p>
            <a:pPr/>
            <a:r>
              <a:t>Leave Utilization Chart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Implementing HR MIS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decision-making</a:t>
            </a:r>
          </a:p>
          <a:p>
            <a:pPr/>
            <a:r>
              <a:t>Higher transparency</a:t>
            </a:r>
          </a:p>
          <a:p>
            <a:pPr/>
            <a:r>
              <a:t>Reduced HR workload</a:t>
            </a:r>
          </a:p>
          <a:p>
            <a:pPr/>
            <a:r>
              <a:t>Improved employee satisfaction</a:t>
            </a:r>
          </a:p>
          <a:p>
            <a:pPr/>
            <a:r>
              <a:t>Real-time insights</a:t>
            </a:r>
          </a:p>
          <a:p>
            <a:pPr/>
            <a:r>
              <a:t>Enhanced compliance &amp; control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HR MIS reports help organizations to:</a:t>
            </a:r>
          </a:p>
          <a:p>
            <a:pPr/>
            <a:r>
              <a:t>Monitor workforce effectively</a:t>
            </a:r>
          </a:p>
          <a:p>
            <a:pPr/>
            <a:r>
              <a:t>Improve productivity</a:t>
            </a:r>
          </a:p>
          <a:p>
            <a:pPr/>
            <a:r>
              <a:t>Optimize HR operations</a:t>
            </a:r>
          </a:p>
          <a:p>
            <a:pPr/>
            <a:r>
              <a:t>Support strategic planning</a:t>
            </a:r>
          </a:p>
          <a:p>
            <a:pPr/>
            <a:r>
              <a:t>A well-designed HR MIS is essential for modern HR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